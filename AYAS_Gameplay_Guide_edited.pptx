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91440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00F0FF"/>
                </a:solidFill>
              </a:rPr>
              <a:t>AYAS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060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34"/>
                </a:solidFill>
              </a:rPr>
              <a:t>T H E   L A S T   W A R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BB4"/>
                </a:solidFill>
              </a:rPr>
              <a:t>3D First-Person Kerala Folklore Survival Horror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794760"/>
            <a:ext cx="57881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39776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D1D9"/>
                </a:solidFill>
              </a:rPr>
              <a:t>HOW TO PLAY — OFFICIAL GAMEPLAY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BB4"/>
                </a:solidFill>
              </a:rPr>
              <a:t>Southern Kerala, 1994  •  A Remote Monsoon Village  •  One Dark Night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852160"/>
            <a:ext cx="3959352" cy="594360"/>
          </a:xfrm>
          <a:prstGeom prst="rect">
            <a:avLst/>
          </a:prstGeom>
          <a:solidFill>
            <a:srgbClr val="08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925312"/>
            <a:ext cx="3959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0FF"/>
                </a:solidFill>
              </a:rPr>
              <a:t>AYAS MK-IV  •  ANOMALY DETECTOR  •  FIELD RESEARCH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What happened in this village?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📍 The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Southern Kerala, 1994. A stormy monsoon night on the abandoned Pala Road.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👻 The Mystery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Villagers report hearing familiar voices in the rain, seeing a pale woman near the ancient Pala tree, and finding damaged iron ward stations. People are disappearing.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15468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🔬 Your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935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You are a paranormal investigator equipped with the prototype AYAS (Anomaly &amp; Iron Integrity Monitor) detector. You enter the village to investigate.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⚔️ The Threat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6479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The Yakshi — a supernatural entity from Kerala folklore — is real. She follows you. She lures you with familiar voices. She hunts in the dark.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🎯 Your 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2491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Investigate supernatural activities, restore 3 iron ward stations to form the village's protective perimeter, and survive the final chase to reach the Kavu shrine.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5303520" cy="14173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🌅 The Stakes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5935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Complete everything before dawn. If you fail — the Yakshi claims you forever.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00600"/>
            <a:ext cx="11548872" cy="1645920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247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F0FF"/>
                </a:solidFill>
              </a:rPr>
              <a:t>"A remote Kerala village has been experiencing unexplained disappearances. Villagers report hearing familiar voices
in the rain, seeing a woman near an ancient Pala tree, and finding damaged iron ward stations."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PLAYER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Master these to survive the 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1A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9047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W / A / S /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Move Forward / Left / Backward / Right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12848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MOUSE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395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Look Around (360° First-Person Camera)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99815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99815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6440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44"/>
                </a:solidFill>
              </a:rPr>
              <a:t>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282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Sprint — Drains Stamina, Attracts Yakshi!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86784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86784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15137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CTRL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1696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Crouch — Silent &amp; Reduces Detection Range by 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73752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73752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03834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34"/>
                </a:solidFill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056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Toggle Flashlight (On/Off) — Increases Yakshi sight range!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6072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76072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9253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Equip / Stow AYAS Detector Device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32588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32588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149047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4A034"/>
                </a:solidFill>
              </a:rPr>
              <a:t>R (Hold)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1508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Calibrate AYAS Detector — Stand Still!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212848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2212848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37744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E (Hold)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23957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Interact / Repair Ward Stations (Hold 2.5 seconds)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099815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099815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264408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76"/>
                </a:solidFill>
              </a:rPr>
              <a:t>E (Tap)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3282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Inspect Evidence Items / Toggle Hiding Spot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986784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986784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15137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44"/>
                </a:solidFill>
              </a:rPr>
              <a:t>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7808" y="41696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Deploy Sacred Ash — Repels Yakshi (Limited supply!)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4873752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4873752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5038344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BB4"/>
                </a:solidFill>
              </a:rPr>
              <a:t>TAB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07808" y="5056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Open Research Journal &amp; Evidence Log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760720"/>
            <a:ext cx="5486400" cy="7772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760720"/>
            <a:ext cx="1234440" cy="7772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925312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9BB4"/>
                </a:solidFill>
              </a:rPr>
              <a:t>ESC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7808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Pause Menu /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AYAS MK-IV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Your primary investigation tool — keep it equipped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657600" cy="52578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566160" cy="457200"/>
          </a:xfrm>
          <a:prstGeom prst="rect">
            <a:avLst/>
          </a:prstGeom>
          <a:solidFill>
            <a:srgbClr val="0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8988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0FF"/>
                </a:solidFill>
              </a:rPr>
              <a:t>AYAS MK-IV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76"/>
                </a:solidFill>
              </a:rPr>
              <a:t>[ ACTIVE SCAN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EM ANOMALY:  42.5 µT  ████████░░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COLD-SPOT:  28.5°C  ↓ DROPPING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VOICE SPEC:  ANOMALOUS  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WARD NAV:  WARD A | 24m 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60520"/>
            <a:ext cx="3383280" cy="548640"/>
          </a:xfrm>
          <a:prstGeom prst="rect">
            <a:avLst/>
          </a:prstGeom>
          <a:solidFill>
            <a:srgbClr val="00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245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E576"/>
                </a:solidFill>
              </a:rPr>
              <a:t>〜〜〜〜∧∧〜〜〜〜∨∨〜〜〜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00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BB4"/>
                </a:solidFill>
              </a:rPr>
              <a:t>SENSORS: ONLINE  |  HOLD [R] TO CALIBRATE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325880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990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📡 EM Anomaly 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8013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Detects electromagnetic disturbances caused by the Yakshi. Needle rises as she gets closer. Watch for sudden spikes — she's near!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651760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7249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🌡️ Cold-Spot 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12724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Ambient temperature drops when the Yakshi is present. Below 20°C = danger zone. Below 10°C =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977639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050791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🎙️ Voice 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53127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Analyzes nearby voices for paranormal patterns. If meter reads 'ANOMALOUS', the voice you hear is the Yakshi LURING you — do NOT follow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5303520"/>
            <a:ext cx="7635240" cy="123444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3766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🧭 Ward Compass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77900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Points toward the nearest unrepaired Iron Ward station. Follow the direction arrow to locate your next objective.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6492240"/>
            <a:ext cx="763524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6565392"/>
            <a:ext cx="7635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BB4"/>
                </a:solidFill>
              </a:rPr>
              <a:t>Press [Q] to equip/stow  •  Press [R] while standing still to calibrate  •  Watch the waveform for ghost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4A034"/>
                </a:solidFill>
              </a:rPr>
              <a:t>8 MISSION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Complete them in order to escape before dawn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8249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0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71600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38988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F0FF"/>
                </a:solidFill>
              </a:rPr>
              <a:t>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Enter the Village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73936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Walk the Pala Road to reach the abandoned ancestral house. Learn the controls.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298448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298448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68249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0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338559" y="1371600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59" y="138988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F0FF"/>
                </a:solidFill>
              </a:rPr>
              <a:t>DETECTIVE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371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Calibrate AYAS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773936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Find a baseline zone, stand still, and hold [R] to calibrate your device.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51760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651760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34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724912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7432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A034"/>
                </a:solidFill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7249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Investigate the Pala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1272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Approach the ancient Pala tree. Document paranormal anomalies.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2651760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2651760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76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338559" y="2724912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59" y="27432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E576"/>
                </a:solidFill>
              </a:rPr>
              <a:t>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72491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Restore Ward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127248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Locate Iron Ward Post A on the Village Path. Hold [E] to repair.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05072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005072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3344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4078224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4096511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3344"/>
                </a:solidFill>
              </a:rPr>
              <a:t>DANGER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07822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Survive &amp; Restore Ward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48056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Ward B is near the Pala Tree. The Yakshi is active here — be stealthy!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4005072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59" y="4005072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0FF"/>
                </a:solidFill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38559" y="4078224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59" y="4096511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F0FF"/>
                </a:solidFill>
              </a:rPr>
              <a:t>DETECTIVE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078224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Recover 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480560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Find 3 case files &amp; records inside the ancestral house. Press [E] to collect.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58383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358383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57424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3344"/>
                </a:solidFill>
              </a:rPr>
              <a:t>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5431536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5449823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3344"/>
                </a:solidFill>
              </a:rPr>
              <a:t>CRITICAL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4315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Restore Ward 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833871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Final perimeter breach at the ancestral house. Repair before she breaks through!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59" y="5358383"/>
            <a:ext cx="576072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09359" y="5358383"/>
            <a:ext cx="502920" cy="1261872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59" y="57424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34"/>
                </a:solidFill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38559" y="5431536"/>
            <a:ext cx="658368" cy="32004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38559" y="5449823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4A034"/>
                </a:solidFill>
              </a:rPr>
              <a:t>ESCAPE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5431536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Escape Before Dawn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833871"/>
            <a:ext cx="4434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Sprint to the sacred shrine! Scatter Sacred Ash if she chases you!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3344"/>
                </a:solidFill>
              </a:rPr>
              <a:t>THE YAKSHI — KNOW YOUR ENEMY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She is always watching. She is always listening.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029200" cy="2560320"/>
          </a:xfrm>
          <a:prstGeom prst="rect">
            <a:avLst/>
          </a:prstGeom>
          <a:solidFill>
            <a:srgbClr val="10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44"/>
                </a:solidFill>
              </a:rPr>
              <a:t>Who Is She?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The Yakshi is a supernatural entity from Kerala folklore. She appears as a beautiful woman in a white Kasavu saree with long dark hair. She lures victims with sweet voices and familiar calls before striking.
She cannot cross a fully repaired iron ward perimeter — that is your only protection.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325880"/>
            <a:ext cx="6309360" cy="5257800"/>
          </a:xfrm>
          <a:prstGeom prst="rect">
            <a:avLst/>
          </a:prstGeom>
          <a:solidFill>
            <a:srgbClr val="0D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3716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44"/>
                </a:solidFill>
              </a:rPr>
              <a:t>⚡ Her 9 Behavioral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78308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9BB4"/>
                </a:solidFill>
              </a:rPr>
              <a:t>💤 Dormant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Inactive — waiting to be triggered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3042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👁️ Stalking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0428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Circling at distance (14–20m), watching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82549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🎭 Luring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25496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Calling your name with a familiar voice — DON'T follow!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4670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034"/>
                </a:solidFill>
              </a:rPr>
              <a:t>🔍 Investigating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346704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Heard a noise — moving toward the sound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867911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🏃 Hunting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867911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Line of sight confirmed — she charges at full speed!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3891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034"/>
                </a:solidFill>
              </a:rPr>
              <a:t>🔎 Searching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389120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Lost you — checking your last known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91032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76"/>
                </a:solidFill>
              </a:rPr>
              <a:t>💨 Disrupted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910328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Hit by Sacred Ash or Ward energy — fleeing!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43153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034"/>
                </a:solidFill>
              </a:rPr>
              <a:t>📍 Repositioning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431536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Moving to a new flank position — she's adaptive!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95274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344"/>
                </a:solidFill>
              </a:rPr>
              <a:t>💀 Attack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952744"/>
            <a:ext cx="4160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Reached you — GAME 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42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44"/>
                </a:solidFill>
              </a:rPr>
              <a:t>🔇 She HEARS you sprint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507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Sprinting within 30m alerts her. Walk or crouch near her.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4069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4142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034"/>
                </a:solidFill>
              </a:rPr>
              <a:t>👁️ She SEES your 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507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Your flashlight increases her sight range. Turn it off to hide.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12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285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44"/>
                </a:solidFill>
              </a:rPr>
              <a:t>👂 Voice Lures are TRAPS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650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If AYAS says ANOMALOUS, the voice you hear is her. Don't go toward it.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5212080"/>
            <a:ext cx="2514600" cy="1005840"/>
          </a:xfrm>
          <a:prstGeom prst="rect">
            <a:avLst/>
          </a:prstGeom>
          <a:solidFill>
            <a:srgbClr val="14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528523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76"/>
                </a:solidFill>
              </a:rPr>
              <a:t>🛡️ Iron Wards repel 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650992"/>
            <a:ext cx="2331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D1D9"/>
                </a:solidFill>
              </a:rPr>
              <a:t>A repaired ward station repels her if she's within 24 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76"/>
                </a:solidFill>
              </a:rPr>
              <a:t>SURVIVAL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Use every tool you have — or die trying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07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🦶 Crouching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99032"/>
            <a:ext cx="1417320" cy="32004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[CTRL]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7451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Crouch to reduce footstep noise and halve detection range. Yakshi's sight range drops by 50% when you crouch. Use this near her!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807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🏃 Stamina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0" y="1399032"/>
            <a:ext cx="1417320" cy="320040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141732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[SHIFT]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Sprinting drains stamina. When exhausted, you can only walk. Rest in a hidden spot to recover faster. Never sprint near the Yakshi!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63239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063239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1810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🙈 Hiding Spots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136391"/>
            <a:ext cx="1417320" cy="32004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154679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[E] near bin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61187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Find the wooden rice bin (Nellara) on the house veranda. Hide inside when hunted — she CANNOT see you while you hide.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63239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63239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11810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44"/>
                </a:solidFill>
              </a:rPr>
              <a:t>🌿 Sacred Ash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8440" y="3136391"/>
            <a:ext cx="1417320" cy="32004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78440" y="3154679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[G]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7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You have 2 pouches of Sacred Ash (Bhasmam). Deploying it creates a glowing barrier and repels the Yakshi if she's within 25 meters. Use wisely!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060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80060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855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💡 Flashlight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873752"/>
            <a:ext cx="1417320" cy="320040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8920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[F] key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5349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Your flashlight is essential to see. BUT it increases the Yakshi's sight range. In stealth sections, consider turning it off to move unseen.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800600"/>
            <a:ext cx="5669280" cy="16459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800600"/>
            <a:ext cx="5669280" cy="4572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855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🗺️ Minimap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78440" y="4873752"/>
            <a:ext cx="1417320" cy="3200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78440" y="48920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30609"/>
                </a:solidFill>
              </a:rPr>
              <a:t>[Always visible]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4924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Top-right minimap shows your position (blue dot), all 3 ward stations, and the shrine. The Yakshi appears as a red dot when your AYAS detects 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HUD &amp; MINIMAP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Understanding your on-screen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99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📌 TOP LEFT — Objective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6479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Shows your current active objective title, description, and hint. Updates automatically when you complete each objective.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496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🔴 TOP CENTER — Ward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620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Three dots (WARD A, B, C). Red = damaged. Cyan = repaired. All three cyan = perimeter restored!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2044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593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➕ CENTER — Crosshair &amp;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9593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 dot crosshair appears in the center. When near an interactable object, a context prompt appears below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690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📊 BOTTOM LEFT — Stamina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5056631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Green bar shows current stamina. Turns red when exhausted. Sacred Ash count shown next to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2588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3990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🗺️ TOP RIGHT — Minimap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6479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Live overhead minimap. Blue dot = you. Orange triangles = wards. Green zone = shrine. Red blip = Yakshi (when detected).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2316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496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📡 BOTTOM RIGHT — AYAS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6207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Live AYAS device readings: EM level, temperature, voice analysis, and ward navigation compass.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52044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593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💀 DEATH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593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the Yakshi catches you, the screen shows cause of death. You can retry from checkpoint.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617720"/>
            <a:ext cx="5669280" cy="960120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690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🏆 VICTORY SCREEN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56631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Reach the Kavu shrine with all 3 wards repaired to trigger the victory cinematic and mission summary.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D4A034"/>
                </a:solidFill>
              </a:rPr>
              <a:t>PRO TIPS &amp; TRICKS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Expert survival strategies for the Pala Road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669280" cy="54864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081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🎵 Listen to the 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The soundscape tells you where the Yakshi is. Anklet bells (payal sounds) mean she's within 28 meters. Closer chimes = closer danger.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98448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566928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081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📱 AYAS Never 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EM is above 80 µT and temperature is dropping, she's very near. Equip your AYAS constantly — it's your best early warning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5669280" cy="54864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61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🌙 Manage Your Flashlight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16382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 open areas, turn the flashlight OFF when you suspect she's near. The darkness is your friend for stealth. Turn it ON only to navigate or 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51760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51760"/>
            <a:ext cx="56692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761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⚡ Repair Wards in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6382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The objectives are designed to escalate tension. Don't run ahead — complete each ward in sequence to trigger proper story beats.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05072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05072"/>
            <a:ext cx="5669280" cy="54864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114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🏃 The Final 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51713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Objective 8 begins the climax chase. Sprint toward the shrine. If pursued, scatter Sacred Ash behind you and keep running. DO NOT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005072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005072"/>
            <a:ext cx="5669280" cy="54864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44"/>
                </a:solidFill>
              </a:rPr>
              <a:t>👂 Don't Trust the Voices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1713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If you hear someone calling your name or a familiar voice — check your AYAS Voice Analyzer first. If it says ANOMALOUS, it's her.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58383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58383"/>
            <a:ext cx="5669280" cy="54864"/>
          </a:xfrm>
          <a:prstGeom prst="rect">
            <a:avLst/>
          </a:prstGeom>
          <a:solidFill>
            <a:srgbClr val="D4A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54681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34"/>
                </a:solidFill>
              </a:rPr>
              <a:t>🌿 Ash as Last Resort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8704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Sacred Ash pouches are precious — only 2 available. Save them for the final escape chase, not for early encounters where hiding works better.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358383"/>
            <a:ext cx="5669280" cy="1261872"/>
          </a:xfrm>
          <a:prstGeom prst="rect">
            <a:avLst/>
          </a:prstGeom>
          <a:solidFill>
            <a:srgbClr val="0D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358383"/>
            <a:ext cx="5669280" cy="54864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4681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76"/>
                </a:solidFill>
              </a:rPr>
              <a:t>🔇 Crouch Near the Tree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8704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Ward B repair is the most dangerous. Crouch constantly near the Pala Tree area. Never sprint. Use the AYAS to track her position.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8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F0FF"/>
                </a:solidFill>
              </a:rPr>
              <a:t>QUICK REFERENCE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BB4"/>
                </a:solidFill>
              </a:rPr>
              <a:t>Keep this handy while playing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486400" cy="5303520"/>
          </a:xfrm>
          <a:prstGeom prst="rect">
            <a:avLst/>
          </a:prstGeom>
          <a:solidFill>
            <a:srgbClr val="05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075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⌨️ CONTROLS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19072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55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WASD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8308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93976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1305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Mouse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15798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79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054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532887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43784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Ctrl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90779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Crouch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18687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25526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282695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Flashlight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93591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301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657599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AYAS Device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68496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005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R (Hold)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03250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Calibrate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43400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3799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E (Hold)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4074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Repair Ward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718304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754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E (Tap)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47823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Collect / Hide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93208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1297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15721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Sacred Ash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468112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504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Tab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53212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Journal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843016"/>
            <a:ext cx="1280160" cy="347472"/>
          </a:xfrm>
          <a:prstGeom prst="rect">
            <a:avLst/>
          </a:prstGeom>
          <a:solidFill>
            <a:srgbClr val="02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879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Esc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9070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Pause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1261872"/>
            <a:ext cx="5806440" cy="2423160"/>
          </a:xfrm>
          <a:prstGeom prst="rect">
            <a:avLst/>
          </a:prstGeom>
          <a:solidFill>
            <a:srgbClr val="12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13075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44"/>
                </a:solidFill>
              </a:rPr>
              <a:t>☠️ YAKSHI WARNING SIGNS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1755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🔊 Anklet bells (payal) = she's within 28m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2093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🌡️ Cold &amp; fog = she's within 15m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4323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344"/>
                </a:solidFill>
              </a:rPr>
              <a:t>⚡ AYAS EM &gt; 80µT = she's near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2770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🎵 Voice calls = she's LURING you (ignore!)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💡 Flashlight flickers = she's transitioning to Hunt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3447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A034"/>
                </a:solidFill>
              </a:rPr>
              <a:t>🏃 Rapid footsteps ahead = she's Investigating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3767328"/>
            <a:ext cx="5806440" cy="2798064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3822191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034"/>
                </a:solidFill>
              </a:rPr>
              <a:t>🎯 OBJECTIVE 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1. Enter Village → reach ancestral house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544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2. Calibrate AYAS → stand still, hold [R]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48371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3. Investigate Pala Tree → approach &amp; observe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51297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4. Repair Ward A → Village Path, hold [E]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5422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5. Repair Ward B → Pala Tree (DANGER ZONE!)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6. Collect 3 Evidence Items → ancestral house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6007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76"/>
                </a:solidFill>
              </a:rPr>
              <a:t>7. Repair Ward C → house perimeter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63002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44"/>
                </a:solidFill>
              </a:rPr>
              <a:t>8. Escape to shrine → SPRINT &amp; scatter ash!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F0FF"/>
                </a:solidFill>
              </a:rPr>
              <a:t>GOOD LUCK, INVESTIGATOR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4A034"/>
                </a:solidFill>
              </a:rPr>
              <a:t>The village needs you. The iron wards must hold.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46120"/>
            <a:ext cx="5788152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Remember: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</a:rPr>
              <a:t>• Crouch often  •  Trust the AYAS  •  Don't follow the voices  •  Repair all 3 wards  •  Save your Sacred 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663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BB4"/>
                </a:solidFill>
              </a:rPr>
              <a:t>"She cannot permeate conductive iron lines energized with sacred ash."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BB4"/>
                </a:solidFill>
              </a:rPr>
              <a:t>— Ritual Copper Plate Record, found in the Ancestral House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5760720"/>
            <a:ext cx="4873752" cy="658368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5870448"/>
            <a:ext cx="4873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F0FF"/>
                </a:solidFill>
              </a:rPr>
              <a:t>AYAS: THE LAST WARD  •  © 2024  •  Kerala Folklore Horror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• Adaptive AI, Sound Investigation, Voice Mimicry</a:t>
            </a:r>
          </a:p>
          <a:p>
            <a:pPr>
              <a:defRPr sz="1700"/>
            </a:pPr>
            <a:r>
              <a:t>• Fake Sightings &amp; Luring</a:t>
            </a:r>
          </a:p>
          <a:p>
            <a:pPr>
              <a:defRPr sz="1700"/>
            </a:pPr>
            <a:r>
              <a:t>• Dynamic Weather (Rain/Thunder/Lightning)</a:t>
            </a:r>
          </a:p>
          <a:p>
            <a:pPr>
              <a:defRPr sz="1700"/>
            </a:pPr>
            <a:r>
              <a:t>• Evidence Board with Connections</a:t>
            </a:r>
          </a:p>
          <a:p>
            <a:pPr>
              <a:defRPr sz="1700"/>
            </a:pPr>
            <a:r>
              <a:t>• Multiple Endings A/B/C</a:t>
            </a:r>
          </a:p>
          <a:p>
            <a:pPr>
              <a:defRPr sz="1700"/>
            </a:pPr>
            <a:r>
              <a:t>• Relic Weapon [V]</a:t>
            </a:r>
          </a:p>
          <a:p>
            <a:pPr>
              <a:defRPr sz="1700"/>
            </a:pPr>
            <a:r>
              <a:t>• Health System, Concussion</a:t>
            </a:r>
          </a:p>
          <a:p>
            <a:pPr>
              <a:defRPr sz="1700"/>
            </a:pPr>
            <a:r>
              <a:t>• Tutorial + 5 Levels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
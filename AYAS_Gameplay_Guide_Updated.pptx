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AYAS: THE LAST WARD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Gameplay Guide - Updated</a:t>
            </a:r>
          </a:p>
          <a:p>
            <a:r>
              <a:t>AI, Investigation, Endings, Weather &amp; More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Genre: First-Person Survival Horror (Kerala Folklore)</a:t>
            </a:r>
          </a:p>
          <a:p>
            <a:r>
              <a:t>Setting: Monsoon night, Tharavadu house, Pala tree, Kavu shrine</a:t>
            </a:r>
          </a:p>
          <a:p>
            <a:r>
              <a:t>Antagonist: Intelligent Yakshi with advanced AI</a:t>
            </a:r>
          </a:p>
          <a:p>
            <a:r>
              <a:t>Objective: Investigate, collect evidence, repair 3 wards, reach Kavu shrine</a:t>
            </a:r>
          </a:p>
          <a:p>
            <a:r>
              <a:t>Levels: Tutorial + 5 levels with increasing difficulty</a:t>
            </a:r>
          </a:p>
          <a:p>
            <a:r>
              <a:t>Multiple Endings: A (Escape), B (The Truth), C (The Last Ward)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WASD: Move</a:t>
            </a:r>
          </a:p>
          <a:p>
            <a:r>
              <a:t>Mouse: Look</a:t>
            </a:r>
          </a:p>
          <a:p>
            <a:r>
              <a:t>Shift: Sprint</a:t>
            </a:r>
          </a:p>
          <a:p>
            <a:r>
              <a:t>Ctrl: Crouch</a:t>
            </a:r>
          </a:p>
          <a:p>
            <a:r>
              <a:t>E: Interact/Hide/Repair</a:t>
            </a:r>
          </a:p>
          <a:p>
            <a:r>
              <a:t>F: Flashlight</a:t>
            </a:r>
          </a:p>
          <a:p>
            <a:r>
              <a:t>Q: AYAS Detector</a:t>
            </a:r>
          </a:p>
          <a:p>
            <a:r>
              <a:t>R: Calibrate</a:t>
            </a:r>
          </a:p>
          <a:p>
            <a:r>
              <a:t>G: Sacred Ash</a:t>
            </a:r>
          </a:p>
          <a:p>
            <a:r>
              <a:t>V: Relic Weapon</a:t>
            </a:r>
          </a:p>
          <a:p>
            <a:r>
              <a:t>Tab: Journal/Evidence Board</a:t>
            </a:r>
          </a:p>
          <a:p>
            <a:r>
              <a:t>Esc: Pause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Yakshi AI - Advanced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Adaptive - learns player patterns (sprint/hide/flashlight)</a:t>
            </a:r>
          </a:p>
          <a:p>
            <a:r>
              <a:t>• Sound Investigation - hears footsteps, repairs, interactions</a:t>
            </a:r>
          </a:p>
          <a:p>
            <a:r>
              <a:t>• Voice Mimicry &amp; Luring - false calls to mislead</a:t>
            </a:r>
          </a:p>
          <a:p>
            <a:r>
              <a:t>• Fake Sightings - shadows/silhouettes</a:t>
            </a:r>
          </a:p>
          <a:p>
            <a:r>
              <a:t>• Hunt/Chase - fast, aggressive, can kill (45 damage)</a:t>
            </a:r>
          </a:p>
          <a:p>
            <a:r>
              <a:t>• Limited pursuit time, investigates last known location</a:t>
            </a:r>
          </a:p>
          <a:p>
            <a:r>
              <a:t>• Disrupted by Sacred Ash/Relic</a:t>
            </a:r>
          </a:p>
          <a:p>
            <a:r>
              <a:t>• Searches after losing 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Survival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Health Bar - 100 HP, damaged by Yakshi</a:t>
            </a:r>
          </a:p>
          <a:p>
            <a:r>
              <a:t>• Sacred Ash (2 charges) - disrupts Yakshi temporarily</a:t>
            </a:r>
          </a:p>
          <a:p>
            <a:r>
              <a:t>• Relic Weapon [V] - powerful disruption tool</a:t>
            </a:r>
          </a:p>
          <a:p>
            <a:r>
              <a:t>• Hiding - cupboards/containers, enemy checks plausibly</a:t>
            </a:r>
          </a:p>
          <a:p>
            <a:r>
              <a:t>• Crouch - reduces detection</a:t>
            </a:r>
          </a:p>
          <a:p>
            <a:r>
              <a:t>• Stamina - sprint drains, regenerates</a:t>
            </a:r>
          </a:p>
          <a:p>
            <a:r>
              <a:t>• Concussion/Knockback on attacks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Investigation &amp; Evidence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Collect diary pages, photos, reports, notes</a:t>
            </a:r>
          </a:p>
          <a:p>
            <a:r>
              <a:t>• Evidence Board tracks clues with connections</a:t>
            </a:r>
          </a:p>
          <a:p>
            <a:r>
              <a:t>• Journal (Tab) logs all evidence</a:t>
            </a:r>
          </a:p>
          <a:p>
            <a:r>
              <a:t>• Clues reveal Yakshi behavior &amp; ward repairs</a:t>
            </a:r>
          </a:p>
          <a:p>
            <a:r>
              <a:t>• Some clues contradict for mystery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Wards &amp; Puzzles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3 Iron Wards (A, B, C) to repair</a:t>
            </a:r>
          </a:p>
          <a:p>
            <a:r>
              <a:t>• Each ward has unique repair mechanic</a:t>
            </a:r>
          </a:p>
          <a:p>
            <a:r>
              <a:t>• Repair takes time - Yakshi investigates noise</a:t>
            </a:r>
          </a:p>
          <a:p>
            <a:r>
              <a:t>• AYAS Detector helps locate &amp; analyze</a:t>
            </a:r>
          </a:p>
          <a:p>
            <a:r>
              <a:t>• Restoring wards repels Yakshi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&amp; Atmosphere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Dynamic Weather - rain, thunder, lightning, fog</a:t>
            </a:r>
          </a:p>
          <a:p>
            <a:r>
              <a:t>• Spatial Audio - anklets, whispers, footsteps</a:t>
            </a:r>
          </a:p>
          <a:p>
            <a:r>
              <a:t>• Dark lighting, fog, supernatural effects</a:t>
            </a:r>
          </a:p>
          <a:p>
            <a:r>
              <a:t>• Lightning reveals silhouettes</a:t>
            </a:r>
          </a:p>
          <a:p>
            <a:r>
              <a:t>• Rain masks footsteps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Endings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Ending A - Escape: Reach shrine with minimal evidence</a:t>
            </a:r>
          </a:p>
          <a:p>
            <a:r>
              <a:t>• Ending B - The Truth: Gather critical evidence (2+)</a:t>
            </a:r>
          </a:p>
          <a:p>
            <a:r>
              <a:t>• Ending C - The Last Ward: Repair all 3 wards + collect evidence (4+)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to Survive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Use crouch to move quietly</a:t>
            </a:r>
          </a:p>
          <a:p>
            <a:r>
              <a:t>• Listen for anklets &amp; whispers</a:t>
            </a:r>
          </a:p>
          <a:p>
            <a:r>
              <a:t>• Don't follow false voices</a:t>
            </a:r>
          </a:p>
          <a:p>
            <a:r>
              <a:t>• Hide when hunting starts</a:t>
            </a:r>
          </a:p>
          <a:p>
            <a:r>
              <a:t>• Use Sacred Ash as emergency defense</a:t>
            </a:r>
          </a:p>
          <a:p>
            <a:r>
              <a:t>• Use Relic [V] when overwhelmed</a:t>
            </a:r>
          </a:p>
          <a:p>
            <a:r>
              <a:t>• Watch AYAS Detector readings</a:t>
            </a:r>
          </a:p>
          <a:p>
            <a:r>
              <a:t>• Repair wards to create safe zones</a:t>
            </a:r>
          </a:p>
          <a:p>
            <a:r>
              <a:t>• Check Journal for clues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Good Luck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AYAS: THE LAST WARD</a:t>
            </a:r>
          </a:p>
          <a:p>
            <a:r>
              <a:t>Survive the Night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